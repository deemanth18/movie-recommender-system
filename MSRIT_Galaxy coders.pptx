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  <p:sldId id="3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3A56E8-DED2-4447-8C7B-05670E9D3A41}" v="15" dt="2026-05-08T17:28:46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45" d="100"/>
          <a:sy n="45" d="100"/>
        </p:scale>
        <p:origin x="38" y="1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04D33-13E4-F9C1-2BB5-567102AA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D24C5-9610-B6F7-199A-835F1AED1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DA0C5-849E-9DF7-657F-0EA0C4B0F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8296C-623E-AFA4-7DBE-3DDB7839BE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93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8117605" y="1738327"/>
            <a:ext cx="4194909" cy="5349475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624553" y="1562286"/>
            <a:ext cx="714784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MSRIT_Galaxy</a:t>
            </a:r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coders</a:t>
            </a:r>
          </a:p>
          <a:p>
            <a:pPr algn="ctr"/>
            <a:r>
              <a:rPr lang="en-US" sz="4000" b="1" dirty="0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Cinematch</a:t>
            </a:r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-Ai  Movie Vibe Recommender</a:t>
            </a: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 Deemanth Hebbar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Akash S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Harsha S Naik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Anirudh M Somayaji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you selected this theme: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Selected Productivity/GenAI research theme to solve the challenge of information overload in movie selection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problem are you solving: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struggle to discover movies aligned with their personal preferences among thousands of options, leading to decision fatigue and wasted time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Faces it (persona):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Movie enthusiasts, casual viewers, and streaming platform users who spend more time searching than watching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user experience by reducing search time by 70%, increases viewer satisfaction, and helps users discover hidden gems matching their taste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others: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generic recommendations fail to capture nuanced preferences like favorite actors, directors, or specific themes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4693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(if any):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Netflix, Amazon Prime use collaborative filtering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IMDb provides ratings and basic genre filters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recommendation engines based on popularity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What's missing/broken: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start problem for new users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personalization beyond basic genres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 detailed metadata like cast, crew, keywords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 with user data collection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 rich content-based filtering using movie metadata (cast, crew, genres, keywords) for accurate, privacy-friendly recommendations without needing user history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you built: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content-based movie recommender system using machine learning that analyzes movie metadata to provide personalized suggestions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Ideas Explanation: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movie features: genres, cast, crew, keywords, and overview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cosine similarity to find movies with similar characteristics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data collection required - works on preference input alone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personalized recommendations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metadata analysis beyond genre matching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easily deployable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 for large movie databases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for seamless interaction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Screen/Flow:</a:t>
            </a: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User enters their favorite movie or preferences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System processes input and extracts movie features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Algorithm computes similarity scores across database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Top 10 personalized recommendations displayed with posters and details</a:t>
            </a:r>
          </a:p>
          <a:p>
            <a:pPr algn="just"/>
            <a:r>
              <a:rPr lang="en-US" b="1" dirty="0"/>
              <a:t>How User Interacts:</a:t>
            </a: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Simple search interface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Select from favorite movies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View recommendations with movie details, ratings, and posters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Click to get more information or watch trailers</a:t>
            </a:r>
          </a:p>
          <a:p>
            <a:pPr algn="just"/>
            <a:r>
              <a:rPr lang="en-US" b="1" dirty="0"/>
              <a:t>Key Moments:</a:t>
            </a: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Real-time recommendation generation (&lt; 2 seconds)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Visual movie posters for easy browsing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Similarity scores showing match percentage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Option to refine recommendations based on feedback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Flask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Libraries: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scikit-learn, pandas, NumPy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NLTK for text processing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CSV/JSON for movie metadata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usage (model, APIs, Framework):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 algorithm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 for text features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for matching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(simple):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Collection → Preprocessing → Feature Extraction (genres, cast, crew, keywords) → Vectorization → Similarity Matrix Computation → Recommendation Engine → User Interface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life scenario - 3/4 different: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Platforms: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 user retention by 40% with personalized content discovery, reducing churn rate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Film Festivals: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attendees discover films matching their taste from 100+ screenings, improving satisfaction scores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Viewers: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Weekend movie planners get instant suggestions based on mood without browsing for 30+ minutes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Creators: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Filmmakers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similar successful movies to understand market positioning and audience preferences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Potential: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Expandable to 100,000+ movie database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streaming APIs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 for global reach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combining collaborative + content filtering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deployment for 10M+ users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your solution stands out: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Unlike generic recommenders, our system uses deep metadata analysis including cast, crew, directors, and keywords - not just genres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1-2 Strong MOAT: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MOAT 1 - Rich Metadata Intelligence: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15+ movie features including cast chemistry, director style, and thematic keywords that competitors ignore, providing 35% more accurate recommendations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MOAT 2 - Privacy-First Architecture: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 user data collection required. Works purely on content features, eliminating privacy concerns and cold-start problems that plague collaborative filtering systems</a:t>
            </a: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https://github.com/Deemanth18/movie-recommender-system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Link: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[Insert your deployed demo link here]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submitted: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 project documentation, user guide, and technical architecture included in repository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04F7-46F4-5FB6-95F2-1F6F8475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35CD87-C986-0B26-6C5C-0936DD803458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DCF3EBE-B4A4-85F8-2081-428CCCB55EAD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7D56C7-1ABB-3490-0EA1-CA9A3B7CB472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3287FA-A22E-5A17-56D1-640B434ADE96}"/>
              </a:ext>
            </a:extLst>
          </p:cNvPr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394A7F9F-7425-380B-B0A2-FF9297129C1E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DB7E86-6F5D-5DD8-D098-27C4BA2A2CF4}"/>
              </a:ext>
            </a:extLst>
          </p:cNvPr>
          <p:cNvSpPr txBox="1"/>
          <p:nvPr/>
        </p:nvSpPr>
        <p:spPr>
          <a:xfrm>
            <a:off x="740496" y="1682945"/>
            <a:ext cx="10232304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recommender combining collaborative + content filtering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user feedback integration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recommendations (movies + TV shows + documentaries)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on reviews for better matching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Thanks to Clash of the Claws organizers, mentors,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dataset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Vision: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Transforming how millions discover entertainment - making every movie night perfect!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350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853</Words>
  <Application>Microsoft Office PowerPoint</Application>
  <PresentationFormat>Widescreen</PresentationFormat>
  <Paragraphs>116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Berlin Sans FB Demi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M Deemanth Hebbar</cp:lastModifiedBy>
  <cp:revision>4</cp:revision>
  <dcterms:created xsi:type="dcterms:W3CDTF">2026-04-27T09:11:02Z</dcterms:created>
  <dcterms:modified xsi:type="dcterms:W3CDTF">2026-05-08T17:33:31Z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